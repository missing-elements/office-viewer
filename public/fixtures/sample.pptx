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OOXML spike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Hello from the PPTX integration fixture.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